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sovereignty point, then ask the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1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1554480"/>
            <a:ext cx="822960" cy="82296"/>
          </a:xfrm>
          <a:prstGeom prst="rect">
            <a:avLst/>
          </a:prstGeom>
          <a:solidFill>
            <a:srgbClr val="7C9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1042416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4400" b="0" i="0">
                <a:solidFill>
                  <a:srgbClr val="FFFFFF"/>
                </a:solidFill>
                <a:latin typeface="Calibri Light"/>
              </a:rPr>
              <a:t>The Swiss Cloud Debate</a:t>
            </a:r>
          </a:p>
          <a:p>
            <a:pPr>
              <a:spcBef>
                <a:spcPts val="1000"/>
              </a:spcBef>
            </a:pPr>
            <a:r>
              <a:rPr sz="2200" b="0" i="0">
                <a:solidFill>
                  <a:srgbClr val="CFD6DD"/>
                </a:solidFill>
                <a:latin typeface="Calibri"/>
              </a:rPr>
              <a:t>A short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E5C7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743200"/>
            <a:ext cx="822960" cy="8229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017520"/>
            <a:ext cx="10424160" cy="18288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4000" b="0" i="0">
                <a:solidFill>
                  <a:srgbClr val="FFFFFF"/>
                </a:solidFill>
                <a:latin typeface="Calibri Light"/>
              </a:rPr>
              <a:t>Section 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789920" cy="914400"/>
          </a:xfrm>
        </p:spPr>
        <p:txBody>
          <a:bodyPr wrap="square" anchor="ctr"/>
          <a:lstStyle/>
          <a:p>
            <a:pPr algn="l"/>
            <a:r>
              <a:rPr sz="3400" b="0" i="0">
                <a:solidFill>
                  <a:srgbClr val="2B3E50"/>
                </a:solidFill>
                <a:latin typeface="Calibri Light"/>
              </a:rPr>
              <a:t>Why it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201168" cy="822960"/>
          </a:xfrm>
          <a:prstGeom prst="rect">
            <a:avLst/>
          </a:prstGeom>
          <a:solidFill>
            <a:srgbClr val="7C9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98480" cy="15240"/>
          </a:xfrm>
          <a:prstGeom prst="rect">
            <a:avLst/>
          </a:prstGeom>
          <a:solidFill>
            <a:srgbClr val="CBD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50" b="0" i="0">
                <a:solidFill>
                  <a:srgbClr val="6B7785"/>
                </a:solidFill>
                <a:latin typeface="Calibri"/>
              </a:rPr>
              <a:t>The Swiss Cloud Debate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50" b="0" i="0">
                <a:solidFill>
                  <a:srgbClr val="6B7785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10698480" cy="4526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347472" indent="-347472">
              <a:lnSpc>
                <a:spcPct val="105000"/>
              </a:lnSpc>
              <a:spcAft>
                <a:spcPts val="900"/>
              </a:spcAft>
              <a:buClr>
                <a:srgbClr val="7C9CBA"/>
              </a:buClr>
              <a:buFont typeface="Arial"/>
              <a:buChar char="•"/>
            </a:pPr>
            <a:r>
              <a:rPr sz="2800" b="0" i="0">
                <a:solidFill>
                  <a:srgbClr val="1F2A37"/>
                </a:solidFill>
                <a:latin typeface="Calibri"/>
              </a:rPr>
              <a:t>Data sovereignty</a:t>
            </a:r>
          </a:p>
          <a:p>
            <a:pPr marL="758952" indent="-347472">
              <a:lnSpc>
                <a:spcPct val="105000"/>
              </a:lnSpc>
              <a:spcAft>
                <a:spcPts val="900"/>
              </a:spcAft>
              <a:buClr>
                <a:srgbClr val="3E5C76"/>
              </a:buClr>
              <a:buFont typeface="Arial"/>
              <a:buChar char="–"/>
            </a:pPr>
            <a:r>
              <a:rPr sz="2400" b="0" i="0">
                <a:solidFill>
                  <a:srgbClr val="3B4856"/>
                </a:solidFill>
                <a:latin typeface="Calibri"/>
              </a:rPr>
              <a:t>Who can compel access?</a:t>
            </a:r>
          </a:p>
          <a:p>
            <a:pPr marL="347472" indent="-347472">
              <a:lnSpc>
                <a:spcPct val="105000"/>
              </a:lnSpc>
              <a:spcAft>
                <a:spcPts val="900"/>
              </a:spcAft>
              <a:buClr>
                <a:srgbClr val="7C9CBA"/>
              </a:buClr>
              <a:buFont typeface="Arial"/>
              <a:buChar char="•"/>
            </a:pPr>
            <a:r>
              <a:rPr sz="2800" b="0" i="0">
                <a:solidFill>
                  <a:srgbClr val="1F2A37"/>
                </a:solidFill>
                <a:latin typeface="Calibri"/>
              </a:rPr>
              <a:t>Cost and capacity</a:t>
            </a:r>
          </a:p>
          <a:p>
            <a:pPr marL="347472" indent="-347472">
              <a:lnSpc>
                <a:spcPct val="105000"/>
              </a:lnSpc>
              <a:spcAft>
                <a:spcPts val="900"/>
              </a:spcAft>
              <a:buClr>
                <a:srgbClr val="7C9CBA"/>
              </a:buClr>
              <a:buFont typeface="Arial"/>
              <a:buChar char="•"/>
            </a:pPr>
            <a:r>
              <a:rPr sz="2800" b="0" i="0">
                <a:solidFill>
                  <a:srgbClr val="1F2A37"/>
                </a:solidFill>
                <a:latin typeface="Calibri"/>
              </a:rPr>
              <a:t>Speed of delivery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789920" cy="914400"/>
          </a:xfrm>
        </p:spPr>
        <p:txBody>
          <a:bodyPr wrap="square" anchor="ctr"/>
          <a:lstStyle/>
          <a:p>
            <a:pPr algn="l"/>
            <a:r>
              <a:rPr sz="3400" b="0" i="0">
                <a:solidFill>
                  <a:srgbClr val="2B3E50"/>
                </a:solidFill>
                <a:latin typeface="Calibri Light"/>
              </a:rPr>
              <a:t>The big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201168" cy="822960"/>
          </a:xfrm>
          <a:prstGeom prst="rect">
            <a:avLst/>
          </a:prstGeom>
          <a:solidFill>
            <a:srgbClr val="7C9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98480" cy="15240"/>
          </a:xfrm>
          <a:prstGeom prst="rect">
            <a:avLst/>
          </a:prstGeom>
          <a:solidFill>
            <a:srgbClr val="CBD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50" b="0" i="0">
                <a:solidFill>
                  <a:srgbClr val="6B7785"/>
                </a:solidFill>
                <a:latin typeface="Calibri"/>
              </a:rPr>
              <a:t>The Swiss Cloud Debate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50" b="0" i="0">
                <a:solidFill>
                  <a:srgbClr val="6B7785"/>
                </a:solidFill>
                <a:latin typeface="Calibri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920240"/>
            <a:ext cx="10698480" cy="3291840"/>
          </a:xfrm>
          <a:prstGeom prst="rect">
            <a:avLst/>
          </a:prstGeom>
          <a:solidFill>
            <a:srgbClr val="ED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920240"/>
            <a:ext cx="109728" cy="3291840"/>
          </a:xfrm>
          <a:prstGeom prst="rect">
            <a:avLst/>
          </a:prstGeom>
          <a:solidFill>
            <a:srgbClr val="7C9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2103120"/>
            <a:ext cx="9875520" cy="2926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r>
              <a:rPr sz="3000" b="0" i="0">
                <a:solidFill>
                  <a:srgbClr val="2B3E50"/>
                </a:solidFill>
                <a:latin typeface="Calibri Light"/>
              </a:rPr>
              <a:t>Sovereignty and cost pull in opposite directions.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789920" cy="914400"/>
          </a:xfrm>
        </p:spPr>
        <p:txBody>
          <a:bodyPr wrap="square" anchor="ctr"/>
          <a:lstStyle/>
          <a:p>
            <a:pPr algn="l"/>
            <a:r>
              <a:rPr sz="3400" b="0" i="0">
                <a:solidFill>
                  <a:srgbClr val="2B3E50"/>
                </a:solidFill>
                <a:latin typeface="Calibri Light"/>
              </a:rPr>
              <a:t>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201168" cy="822960"/>
          </a:xfrm>
          <a:prstGeom prst="rect">
            <a:avLst/>
          </a:prstGeom>
          <a:solidFill>
            <a:srgbClr val="7C9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98480" cy="15240"/>
          </a:xfrm>
          <a:prstGeom prst="rect">
            <a:avLst/>
          </a:prstGeom>
          <a:solidFill>
            <a:srgbClr val="CBD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50" b="0" i="0">
                <a:solidFill>
                  <a:srgbClr val="6B7785"/>
                </a:solidFill>
                <a:latin typeface="Calibri"/>
              </a:rPr>
              <a:t>The Swiss Cloud Debate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50" b="0" i="0">
                <a:solidFill>
                  <a:srgbClr val="6B7785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1645920"/>
          <a:ext cx="10698480" cy="170078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566160"/>
                <a:gridCol w="3566160"/>
                <a:gridCol w="35661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Option</a:t>
                      </a:r>
                    </a:p>
                  </a:txBody>
                  <a:tcPr marL="109728" marR="109728" anchor="ctr"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marL="109728" marR="109728" anchor="ctr">
                    <a:solidFill>
                      <a:srgbClr val="3E5C7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i="0">
                          <a:solidFill>
                            <a:srgbClr val="FFFFFF"/>
                          </a:solidFill>
                          <a:latin typeface="Calibri"/>
                        </a:rPr>
                        <a:t>Data</a:t>
                      </a:r>
                    </a:p>
                  </a:txBody>
                  <a:tcPr marL="109728" marR="109728" anchor="ctr">
                    <a:solidFill>
                      <a:srgbClr val="3E5C7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1F2A37"/>
                          </a:solidFill>
                          <a:latin typeface="Calibri"/>
                        </a:rPr>
                        <a:t>A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F2A37"/>
                          </a:solidFill>
                          <a:latin typeface="Calibri"/>
                        </a:rPr>
                        <a:t>1,200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1F2A37"/>
                          </a:solidFill>
                          <a:latin typeface="Calibri"/>
                        </a:rPr>
                        <a:t>US</a:t>
                      </a:r>
                    </a:p>
                  </a:txBody>
                  <a:tcPr marL="109728" marR="10972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1F2A37"/>
                          </a:solidFill>
                          <a:latin typeface="Calibri"/>
                        </a:rPr>
                        <a:t>B</a:t>
                      </a:r>
                    </a:p>
                  </a:txBody>
                  <a:tcPr marL="109728" marR="10972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2000" b="0" i="0">
                          <a:solidFill>
                            <a:srgbClr val="1F2A37"/>
                          </a:solidFill>
                          <a:latin typeface="Calibri"/>
                        </a:rPr>
                        <a:t>1,650</a:t>
                      </a:r>
                    </a:p>
                  </a:txBody>
                  <a:tcPr marL="109728" marR="109728" anchor="ctr"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0" i="0">
                          <a:solidFill>
                            <a:srgbClr val="1F2A37"/>
                          </a:solidFill>
                          <a:latin typeface="Calibri"/>
                        </a:rPr>
                        <a:t>CH</a:t>
                      </a:r>
                    </a:p>
                  </a:txBody>
                  <a:tcPr marL="109728" marR="109728" anchor="ctr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789920" cy="914400"/>
          </a:xfrm>
        </p:spPr>
        <p:txBody>
          <a:bodyPr wrap="square" anchor="ctr"/>
          <a:lstStyle/>
          <a:p>
            <a:pPr algn="l"/>
            <a:r>
              <a:rPr sz="3400" b="0" i="0">
                <a:solidFill>
                  <a:srgbClr val="2B3E50"/>
                </a:solidFill>
                <a:latin typeface="Calibri Light"/>
              </a:rPr>
              <a:t>A long slide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201168" cy="822960"/>
          </a:xfrm>
          <a:prstGeom prst="rect">
            <a:avLst/>
          </a:prstGeom>
          <a:solidFill>
            <a:srgbClr val="7C9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98480" cy="15240"/>
          </a:xfrm>
          <a:prstGeom prst="rect">
            <a:avLst/>
          </a:prstGeom>
          <a:solidFill>
            <a:srgbClr val="CBD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50" b="0" i="0">
                <a:solidFill>
                  <a:srgbClr val="6B7785"/>
                </a:solidFill>
                <a:latin typeface="Calibri"/>
              </a:rPr>
              <a:t>The Swiss Cloud Debate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50" b="0" i="0">
                <a:solidFill>
                  <a:srgbClr val="6B7785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10698480" cy="4526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347472" indent="-347472">
              <a:lnSpc>
                <a:spcPct val="105000"/>
              </a:lnSpc>
              <a:spcAft>
                <a:spcPts val="900"/>
              </a:spcAft>
              <a:buClr>
                <a:srgbClr val="7C9CBA"/>
              </a:buClr>
              <a:buFont typeface="Arial"/>
              <a:buChar char="•"/>
            </a:pPr>
            <a:r>
              <a:rPr sz="2800" b="0" i="0">
                <a:solidFill>
                  <a:srgbClr val="1F2A37"/>
                </a:solidFill>
                <a:latin typeface="Calibri"/>
              </a:rPr>
              <a:t>Point number 1 with a fairly long sentence so that the slide must split into several parts safely</a:t>
            </a:r>
          </a:p>
          <a:p>
            <a:pPr marL="347472" indent="-347472">
              <a:lnSpc>
                <a:spcPct val="105000"/>
              </a:lnSpc>
              <a:spcAft>
                <a:spcPts val="900"/>
              </a:spcAft>
              <a:buClr>
                <a:srgbClr val="7C9CBA"/>
              </a:buClr>
              <a:buFont typeface="Arial"/>
              <a:buChar char="•"/>
            </a:pPr>
            <a:r>
              <a:rPr sz="2800" b="0" i="0">
                <a:solidFill>
                  <a:srgbClr val="1F2A37"/>
                </a:solidFill>
                <a:latin typeface="Calibri"/>
              </a:rPr>
              <a:t>Point number 2 with a fairly long sentence so that the slide must split into several parts safely</a:t>
            </a:r>
          </a:p>
          <a:p>
            <a:pPr marL="347472" indent="-347472">
              <a:lnSpc>
                <a:spcPct val="105000"/>
              </a:lnSpc>
              <a:spcAft>
                <a:spcPts val="900"/>
              </a:spcAft>
              <a:buClr>
                <a:srgbClr val="7C9CBA"/>
              </a:buClr>
              <a:buFont typeface="Arial"/>
              <a:buChar char="•"/>
            </a:pPr>
            <a:r>
              <a:rPr sz="2800" b="0" i="0">
                <a:solidFill>
                  <a:srgbClr val="1F2A37"/>
                </a:solidFill>
                <a:latin typeface="Calibri"/>
              </a:rPr>
              <a:t>Point number 3 with a fairly long sentence so that the slide must split into several parts safely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789920" cy="914400"/>
          </a:xfrm>
        </p:spPr>
        <p:txBody>
          <a:bodyPr wrap="square" anchor="ctr"/>
          <a:lstStyle/>
          <a:p>
            <a:pPr algn="l"/>
            <a:r>
              <a:rPr sz="3400" b="0" i="0">
                <a:solidFill>
                  <a:srgbClr val="2B3E50"/>
                </a:solidFill>
                <a:latin typeface="Calibri Light"/>
              </a:rPr>
              <a:t>A long slide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201168" cy="822960"/>
          </a:xfrm>
          <a:prstGeom prst="rect">
            <a:avLst/>
          </a:prstGeom>
          <a:solidFill>
            <a:srgbClr val="7C9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98480" cy="15240"/>
          </a:xfrm>
          <a:prstGeom prst="rect">
            <a:avLst/>
          </a:prstGeom>
          <a:solidFill>
            <a:srgbClr val="CBD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50" b="0" i="0">
                <a:solidFill>
                  <a:srgbClr val="6B7785"/>
                </a:solidFill>
                <a:latin typeface="Calibri"/>
              </a:rPr>
              <a:t>The Swiss Cloud Debate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50" b="0" i="0">
                <a:solidFill>
                  <a:srgbClr val="6B7785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10698480" cy="4526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347472" indent="-347472">
              <a:lnSpc>
                <a:spcPct val="105000"/>
              </a:lnSpc>
              <a:spcAft>
                <a:spcPts val="900"/>
              </a:spcAft>
              <a:buClr>
                <a:srgbClr val="7C9CBA"/>
              </a:buClr>
              <a:buFont typeface="Arial"/>
              <a:buChar char="•"/>
            </a:pPr>
            <a:r>
              <a:rPr sz="2800" b="0" i="0">
                <a:solidFill>
                  <a:srgbClr val="1F2A37"/>
                </a:solidFill>
                <a:latin typeface="Calibri"/>
              </a:rPr>
              <a:t>Point number 4 with a fairly long sentence so that the slide must split into several parts safely</a:t>
            </a:r>
          </a:p>
          <a:p>
            <a:pPr marL="347472" indent="-347472">
              <a:lnSpc>
                <a:spcPct val="105000"/>
              </a:lnSpc>
              <a:spcAft>
                <a:spcPts val="900"/>
              </a:spcAft>
              <a:buClr>
                <a:srgbClr val="7C9CBA"/>
              </a:buClr>
              <a:buFont typeface="Arial"/>
              <a:buChar char="•"/>
            </a:pPr>
            <a:r>
              <a:rPr sz="2800" b="0" i="0">
                <a:solidFill>
                  <a:srgbClr val="1F2A37"/>
                </a:solidFill>
                <a:latin typeface="Calibri"/>
              </a:rPr>
              <a:t>Point number 5 with a fairly long sentence so that the slide must split into several parts safely</a:t>
            </a:r>
          </a:p>
          <a:p>
            <a:pPr marL="347472" indent="-347472">
              <a:lnSpc>
                <a:spcPct val="105000"/>
              </a:lnSpc>
              <a:spcAft>
                <a:spcPts val="900"/>
              </a:spcAft>
              <a:buClr>
                <a:srgbClr val="7C9CBA"/>
              </a:buClr>
              <a:buFont typeface="Arial"/>
              <a:buChar char="•"/>
            </a:pPr>
            <a:r>
              <a:rPr sz="2800" b="0" i="0">
                <a:solidFill>
                  <a:srgbClr val="1F2A37"/>
                </a:solidFill>
                <a:latin typeface="Calibri"/>
              </a:rPr>
              <a:t>Point number 6 with a fairly long sentence so that the slide must split into several parts safely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789920" cy="914400"/>
          </a:xfrm>
        </p:spPr>
        <p:txBody>
          <a:bodyPr wrap="square" anchor="ctr"/>
          <a:lstStyle/>
          <a:p>
            <a:pPr algn="l"/>
            <a:r>
              <a:rPr sz="3400" b="0" i="0">
                <a:solidFill>
                  <a:srgbClr val="2B3E50"/>
                </a:solidFill>
                <a:latin typeface="Calibri Light"/>
              </a:rPr>
              <a:t>A long slide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201168" cy="822960"/>
          </a:xfrm>
          <a:prstGeom prst="rect">
            <a:avLst/>
          </a:prstGeom>
          <a:solidFill>
            <a:srgbClr val="7C9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98480" cy="15240"/>
          </a:xfrm>
          <a:prstGeom prst="rect">
            <a:avLst/>
          </a:prstGeom>
          <a:solidFill>
            <a:srgbClr val="CBD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50" b="0" i="0">
                <a:solidFill>
                  <a:srgbClr val="6B7785"/>
                </a:solidFill>
                <a:latin typeface="Calibri"/>
              </a:rPr>
              <a:t>The Swiss Cloud Debate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50" b="0" i="0">
                <a:solidFill>
                  <a:srgbClr val="6B7785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10698480" cy="4526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347472" indent="-347472">
              <a:lnSpc>
                <a:spcPct val="105000"/>
              </a:lnSpc>
              <a:spcAft>
                <a:spcPts val="900"/>
              </a:spcAft>
              <a:buClr>
                <a:srgbClr val="7C9CBA"/>
              </a:buClr>
              <a:buFont typeface="Arial"/>
              <a:buChar char="•"/>
            </a:pPr>
            <a:r>
              <a:rPr sz="2800" b="0" i="0">
                <a:solidFill>
                  <a:srgbClr val="1F2A37"/>
                </a:solidFill>
                <a:latin typeface="Calibri"/>
              </a:rPr>
              <a:t>Point number 7 with a fairly long sentence so that the slide must split into several parts safely</a:t>
            </a:r>
          </a:p>
          <a:p>
            <a:pPr marL="347472" indent="-347472">
              <a:lnSpc>
                <a:spcPct val="105000"/>
              </a:lnSpc>
              <a:spcAft>
                <a:spcPts val="900"/>
              </a:spcAft>
              <a:buClr>
                <a:srgbClr val="7C9CBA"/>
              </a:buClr>
              <a:buFont typeface="Arial"/>
              <a:buChar char="•"/>
            </a:pPr>
            <a:r>
              <a:rPr sz="2800" b="0" i="0">
                <a:solidFill>
                  <a:srgbClr val="1F2A37"/>
                </a:solidFill>
                <a:latin typeface="Calibri"/>
              </a:rPr>
              <a:t>Point number 8 with a fairly long sentence so that the slide must split into several parts safely</a:t>
            </a:r>
          </a:p>
          <a:p>
            <a:pPr marL="347472" indent="-347472">
              <a:lnSpc>
                <a:spcPct val="105000"/>
              </a:lnSpc>
              <a:spcAft>
                <a:spcPts val="900"/>
              </a:spcAft>
              <a:buClr>
                <a:srgbClr val="7C9CBA"/>
              </a:buClr>
              <a:buFont typeface="Arial"/>
              <a:buChar char="•"/>
            </a:pPr>
            <a:r>
              <a:rPr sz="2800" b="0" i="0">
                <a:solidFill>
                  <a:srgbClr val="1F2A37"/>
                </a:solidFill>
                <a:latin typeface="Calibri"/>
              </a:rPr>
              <a:t>Point number 9 with a fairly long sentence so that the slide must split into several parts safely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789920" cy="914400"/>
          </a:xfrm>
        </p:spPr>
        <p:txBody>
          <a:bodyPr wrap="square" anchor="ctr"/>
          <a:lstStyle/>
          <a:p>
            <a:pPr algn="l"/>
            <a:r>
              <a:rPr sz="3400" b="0" i="0">
                <a:solidFill>
                  <a:srgbClr val="2B3E50"/>
                </a:solidFill>
                <a:latin typeface="Calibri Light"/>
              </a:rPr>
              <a:t>A long slide (cont.)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E5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201168" cy="822960"/>
          </a:xfrm>
          <a:prstGeom prst="rect">
            <a:avLst/>
          </a:prstGeom>
          <a:solidFill>
            <a:srgbClr val="7C9C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10698480" cy="15240"/>
          </a:xfrm>
          <a:prstGeom prst="rect">
            <a:avLst/>
          </a:prstGeom>
          <a:solidFill>
            <a:srgbClr val="CBD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82296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r>
              <a:rPr sz="1050" b="0" i="0">
                <a:solidFill>
                  <a:srgbClr val="6B7785"/>
                </a:solidFill>
                <a:latin typeface="Calibri"/>
              </a:rPr>
              <a:t>The Swiss Cloud Debate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382512"/>
            <a:ext cx="914400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1050" b="0" i="0">
                <a:solidFill>
                  <a:srgbClr val="6B7785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10698480" cy="45262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marL="347472" indent="-347472">
              <a:lnSpc>
                <a:spcPct val="105000"/>
              </a:lnSpc>
              <a:spcAft>
                <a:spcPts val="900"/>
              </a:spcAft>
              <a:buClr>
                <a:srgbClr val="7C9CBA"/>
              </a:buClr>
              <a:buFont typeface="Arial"/>
              <a:buChar char="•"/>
            </a:pPr>
            <a:r>
              <a:rPr sz="2800" b="0" i="0">
                <a:solidFill>
                  <a:srgbClr val="1F2A37"/>
                </a:solidFill>
                <a:latin typeface="Calibri"/>
              </a:rPr>
              <a:t>Point number 10 with a fairly long sentence so that the slide must split into several parts safely</a:t>
            </a:r>
          </a:p>
          <a:p>
            <a:pPr marL="347472" indent="-347472">
              <a:lnSpc>
                <a:spcPct val="105000"/>
              </a:lnSpc>
              <a:spcAft>
                <a:spcPts val="900"/>
              </a:spcAft>
              <a:buClr>
                <a:srgbClr val="7C9CBA"/>
              </a:buClr>
              <a:buFont typeface="Arial"/>
              <a:buChar char="•"/>
            </a:pPr>
            <a:r>
              <a:rPr sz="2800" b="0" i="0">
                <a:solidFill>
                  <a:srgbClr val="1F2A37"/>
                </a:solidFill>
                <a:latin typeface="Calibri"/>
              </a:rPr>
              <a:t>Point number 11 with a fairly long sentence so that the slide must split into several parts safely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Swiss Cloud Debate</dc:title>
  <dc:subject/>
  <dc:creator>Anne-Marie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